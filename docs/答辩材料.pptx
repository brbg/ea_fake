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28016"/>
          </a:xfrm>
          <a:prstGeom prst="rect">
            <a:avLst/>
          </a:prstGeom>
          <a:solidFill>
            <a:srgbClr val="1F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22B45"/>
                </a:solidFill>
              </a:rPr>
              <a:t>AI 原生企业架构建模平台</a:t>
            </a:r>
          </a:p>
          <a:p>
            <a:pPr algn="ctr"/>
            <a:r>
              <a:rPr sz="2000">
                <a:solidFill>
                  <a:srgbClr val="1F5EFF"/>
                </a:solidFill>
              </a:rPr>
              <a:t>一句话出图 · 智能协作 · 设计直接落地代码</a:t>
            </a:r>
          </a:p>
          <a:p>
            <a:pPr algn="ctr"/>
            <a:r>
              <a:rPr sz="1600">
                <a:solidFill>
                  <a:srgbClr val="6B768F"/>
                </a:solidFill>
              </a:rPr>
              <a:t>—— AI 原生企业架构设计的一体化平台 ——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B768F"/>
                </a:solidFill>
              </a:rPr>
              <a:t>竞赛作品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5EFF"/>
                </a:solidFill>
              </a:rPr>
              <a:t>行业痛点：企业架构设计难在哪？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建模门槛高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只有资深架构师会画 UML / ArchiMate，业务人员插不上手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画图费时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一张复杂类图手工画一两天，改图更麻烦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设计与开发脱节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架构图画完就束之高阁，代码里根本不是那么回事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团队协作混乱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多人改同一份架构图，互相覆盖、版本失控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5EFF"/>
                </a:solidFill>
              </a:rPr>
              <a:t>方案：AI 原生全流程建模平台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AI 全程参与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描述 → 建模 → 校验/评审 → 生成代码/数据库 → 团队协作，一站式承接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三大支柱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智能建模 / 内核级 AI / 落地与协作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真实可用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已部署公网（2核2G 轻量服务器），任何设备可访问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5EFF"/>
                </a:solidFill>
              </a:rPr>
              <a:t>支柱一 · 智能建模</a:t>
            </a:r>
          </a:p>
          <a:p>
            <a:r>
              <a:rPr sz="1500">
                <a:solidFill>
                  <a:srgbClr val="6B768F"/>
                </a:solidFill>
              </a:rPr>
              <a:t>AI 原生 Enterprise Architect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自由智能画布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UML 类图 / ArchiMate 企业架构 / ER 数据模型三套画布；元素自适应、自动防重叠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一键自然语言生成类图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一句话或一段需求，AI 秒级生成模型；支持需求文档直接建模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23 种设计模式智能库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一键插入 GoF 模式模板；AI 分析当前架构智能推荐最合适模式，可覆盖重写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5EFF"/>
                </a:solidFill>
              </a:rPr>
              <a:t>支柱二 · 内核级 AI</a:t>
            </a:r>
          </a:p>
          <a:p>
            <a:r>
              <a:rPr sz="1500">
                <a:solidFill>
                  <a:srgbClr val="6B768F"/>
                </a:solidFill>
              </a:rPr>
              <a:t>AI 不是外挂，是内核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内核级 AI 嵌入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AI 贯穿建模、校验、评审、生成、协作全流程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智能 AI 协助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模型语义校验、架构评审、元素分析、对话式编辑、深度思考推理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AI 项目知识库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自动记录每次 AI 操作结论，后续生成参考项目全貌——AI 真正读懂你的项目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健康度分析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一键架构体检：AI 深度分析给评分 + 具体问题 + 可落地改进建议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5EFF"/>
                </a:solidFill>
              </a:rPr>
              <a:t>支柱三 · 落地与协作</a:t>
            </a:r>
          </a:p>
          <a:p>
            <a:r>
              <a:rPr sz="1500">
                <a:solidFill>
                  <a:srgbClr val="6B768F"/>
                </a:solidFill>
              </a:rPr>
              <a:t>从设计到工程产物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双流程落地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UML 模型 → Java 代码；ER 模型 → MySQL 建表语句（含外键、中间表）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多人 GitHub 式协作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WebSocket 实时同步 + 变更审批（协作者提交申请 → 拥有者批准），改动有管控有留痕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模型版本管理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每次改动留版本，历史可查、一键回滚，企业级数据安全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5EFF"/>
                </a:solidFill>
              </a:rP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前端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Vue3 + TypeScript + Vite，三套画布 + Ribbon 功能区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后端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Flask + Flask-SocketIO（WebSocket 实时协作）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存储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SQLite 持久化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AI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DeepSeek 深度思考推理模型（max_tokens 4096+ 结构化生成）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部署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2核2G 云服务器 + systemd 常驻，公网可访问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5EFF"/>
                </a:solidFill>
              </a:rPr>
              <a:t>企业应用价值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降门槛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业务人员用自然语言参与建模，不再依赖架构师手工画图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提效率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架构设计从天级到分钟级，设计到代码/数据库全自动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保质量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AI 校验 / 评审 / 健康度在写代码前发现设计缺陷，减少返工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强协作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多人实时协作 + 变更审批，团队协同有序、可追溯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5EFF"/>
                </a:solidFill>
              </a:rPr>
              <a:t>10 大亮点总览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4"/>
              </a:spcAft>
            </a:pPr>
            <a:r>
              <a:rPr sz="1800">
                <a:solidFill>
                  <a:srgbClr val="222B45"/>
                </a:solidFill>
              </a:rPr>
              <a:t>▪ 自由智能画布 · 一键自然语言生成类图 · 23 种设计模式智能库</a:t>
            </a:r>
          </a:p>
          <a:p>
            <a:pPr>
              <a:spcAft>
                <a:spcPts val="2304"/>
              </a:spcAft>
            </a:pPr>
            <a:r>
              <a:rPr sz="1800">
                <a:solidFill>
                  <a:srgbClr val="222B45"/>
                </a:solidFill>
              </a:rPr>
              <a:t>▪ 内核级 AI 嵌入 · 智能 AI 协助 · AI 项目知识库（个性化） · 健康度分析</a:t>
            </a:r>
          </a:p>
          <a:p>
            <a:pPr>
              <a:spcAft>
                <a:spcPts val="2304"/>
              </a:spcAft>
            </a:pPr>
            <a:r>
              <a:rPr sz="1800">
                <a:solidFill>
                  <a:srgbClr val="222B45"/>
                </a:solidFill>
              </a:rPr>
              <a:t>▪ 双流程落地（图→代码 / 图→MySQL） · 多人 GitHub 式协作 · 模型版本管理</a:t>
            </a:r>
          </a:p>
          <a:p>
            <a:pPr>
              <a:spcAft>
                <a:spcPts val="2304"/>
              </a:spcAft>
            </a:pPr>
            <a:r>
              <a:rPr sz="1800">
                <a:solidFill>
                  <a:srgbClr val="222B45"/>
                </a:solidFill>
              </a:rPr>
              <a:t>▪ 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核心价值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简化项目落地门槛和难度——业务一句话 → AI 建模 → 代码数据库 → 团队协作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5EFF"/>
                </a:solidFill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从'业务的一句话'到'可运行的代码和数据库'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AI 原生平台全流程承接，让企业架构从专家黑盒变成全员可参与的标准化流程</a:t>
            </a:r>
          </a:p>
          <a:p>
            <a:pPr>
              <a:spcAft>
                <a:spcPts val="2304"/>
              </a:spcAft>
            </a:pPr>
            <a:r>
              <a:rPr sz="1800" b="1">
                <a:solidFill>
                  <a:srgbClr val="222B45"/>
                </a:solidFill>
              </a:rPr>
              <a:t>▪ 三句话</a:t>
            </a:r>
          </a:p>
          <a:p>
            <a:pPr>
              <a:spcAft>
                <a:spcPts val="2304"/>
              </a:spcAft>
            </a:pPr>
            <a:r>
              <a:rPr sz="1500">
                <a:solidFill>
                  <a:srgbClr val="6B768F"/>
                </a:solidFill>
              </a:rPr>
              <a:t>    建模更简单 · AI 更懂你 · 落地更直接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B768F"/>
                </a:solidFill>
              </a:rPr>
              <a:t>谢谢！Q&amp;A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